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8bbba97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58bbba97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58bbba97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58bbba97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960bec4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5960bec4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5960bec4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5960bec4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5960bec4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5960bec4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5960bec4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5960bec4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latin typeface="Calibri"/>
                <a:ea typeface="Calibri"/>
                <a:cs typeface="Calibri"/>
                <a:sym typeface="Calibri"/>
              </a:rPr>
              <a:t>DataLens Analytics: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latin typeface="Calibri"/>
                <a:ea typeface="Calibri"/>
                <a:cs typeface="Calibri"/>
                <a:sym typeface="Calibri"/>
              </a:rPr>
              <a:t>Aplicación de Escritorio para Análisis de Datos en CSV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54550" y="3480250"/>
            <a:ext cx="15714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Lucas Lopez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Joaquin Navarro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</a:t>
            </a:r>
            <a:r>
              <a:rPr lang="es"/>
              <a:t>pequeñas y medianas empresas</a:t>
            </a:r>
            <a:r>
              <a:rPr lang="es"/>
              <a:t> registran datos de ventas, inventario y clientes, pero carecen de herramientas accesibles para analizarlos.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Actualmente, dependen de Excel u otros sistemas costosos que requieren conocimientos avanzados.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 limita la capacidad de tomar decisiones basadas en datos y dificulta la transformación digital.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Propuesta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Desarrollar una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aplicación de escritorio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que permita a las estas empresas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cargar archivos CSV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obtener: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KPI’s automáticos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(ventas, stock, clientes).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Visualizaciones dinámicas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mediante dashboards interactivos.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Modelos de machine learning básicos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(predicción de ventas, clustering de clientes, etc.).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Una herramienta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intuitiva y accesible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pensada para usuarios sin conocimientos técnicos avanzados.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Trabajadas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Lenguaje: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Python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Librerías de análisis: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Pandas, Numpy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Visualización: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Matplotlib, Seaborn, Plotly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Machine Learning: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Scikit-learn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Interfaz de escritorio: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PyQt o Tkinter (según factibilidad)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Control de versiones: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GitHub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de Trabajo (Ágil)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Se utilizará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Scrum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con sprints de 2 semanas.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Cada sprint entregará un incremento funcional (ej.: carga CSV → visualizaciones → KPI’s → ML).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Se realizarán reuniones de planificación, revisión y retrospectiva para asegurar la mejora continua.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s">
                <a:latin typeface="Arial"/>
                <a:ea typeface="Arial"/>
                <a:cs typeface="Arial"/>
                <a:sym typeface="Arial"/>
              </a:rPr>
              <a:t>Roles del Equipo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Joaquín (Scrum Master / Back-end &amp; ML):</a:t>
            </a:r>
            <a:br>
              <a:rPr b="1" lang="es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Coordinación metodológica.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Desarrollo de lógica de negocio.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Implementación de modelos de machine learning.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Lucas (Product Owner / Front-end &amp; Visualización):</a:t>
            </a:r>
            <a:br>
              <a:rPr b="1" lang="es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Definición de la visión del producto y backlog.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Desarrollo de interfaz de usuario y dashboards.</a:t>
            </a:r>
            <a:br>
              <a:rPr lang="e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Validación de la experiencia de usuario.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Propuesta Inicial de Base de Datos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Aunque el sistema trabajará principalmente con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archivos CSV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se definirá un modelo de datos interno para estructurar la información: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Entidades principales: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Ventas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ID_venta, Fecha, Producto, Cantidad, Precio, Descuento, Total.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Inventario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ID_producto, Nombre, Categoría, Stock_actual, Stock_mínimo.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Clientes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ID_cliente, Nombre, Segmento, Frecuencia_compra, Ticket_promedio.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Relaciones: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venta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se asocia a un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cliente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venta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involucra uno o más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productos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del inventario.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